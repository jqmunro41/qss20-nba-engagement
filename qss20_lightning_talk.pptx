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6"/>
  </p:normalViewPr>
  <p:slideViewPr>
    <p:cSldViewPr snapToGrid="0">
      <p:cViewPr varScale="1">
        <p:scale>
          <a:sx n="112" d="100"/>
          <a:sy n="112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622B9-F586-CFA9-5557-631749082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8445B-EF0F-9911-D7E9-5565E09B0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DEB44-1DF2-54F2-3073-15CBD3CA4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6593-1088-3C48-9999-B7F086DD0899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E4AB0-FC25-4711-2EC2-1D7C42CAC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2D5FA-ED88-E238-AFF8-B150A8AC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36B3-068B-F545-8B71-C43AB1745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24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3CAE-7F36-9A33-0120-E31A71AB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C6C75-BC26-282E-A204-C200E1D0B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AC757-34D8-BA93-3FAD-6D767ADBD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6593-1088-3C48-9999-B7F086DD0899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CE2D1-6C23-BDEE-6C1E-5727A6AA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D8184-E871-D94C-0696-9FF4D2C3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36B3-068B-F545-8B71-C43AB1745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3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6FE02-4D9A-08DD-4E2E-F1F093911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7B2E5-D4D8-A333-2D8F-45F223079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58312-DEE8-7F28-0E7E-A2CA966B5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6593-1088-3C48-9999-B7F086DD0899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BA2E3-0AB7-8B82-31DC-A14D1117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C8C88-C170-D05B-A51F-50895EBC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36B3-068B-F545-8B71-C43AB1745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45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573F-81B5-A210-C18B-9F99D233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68470-31E6-6C63-A6C5-2CB047EB9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E9795-115E-5CF4-E84C-165DE633E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A93FB-6652-96E1-B1A7-BFAB7BD70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6593-1088-3C48-9999-B7F086DD0899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9F5DD-2DDF-6E59-2F31-8396785C3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40099-7FF2-499D-854C-F369516D0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36B3-068B-F545-8B71-C43AB1745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20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EA84C-BBEE-A1F6-CDB8-93315BB9B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69179-575D-C298-BD1C-239C7BA2B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39A47-0BDC-3695-7E2C-7BA7D476C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F75A6-FF8B-CD3A-1FFC-701E70542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1491C-DCBE-A4DB-0DDC-4CDAD032C9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AB24C7-9622-2F0F-A89D-5E541ACEA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6593-1088-3C48-9999-B7F086DD0899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711E7B-CB3C-4466-8D28-D1A4A8E41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2B4596-EB0C-C50C-5393-71AB3180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36B3-068B-F545-8B71-C43AB1745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857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58BB7-7882-0632-3FAE-232A52AA9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E1FAF9-3761-D716-1D81-99DD459E0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6593-1088-3C48-9999-B7F086DD0899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219E4-3C40-C925-4339-C364C13EB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6B039-5F73-C365-7A06-05974E5CF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36B3-068B-F545-8B71-C43AB1745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8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5317BB-B5FF-B87E-3032-9AACC6DBE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6593-1088-3C48-9999-B7F086DD0899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CD79D6-3C73-A40D-E2B5-203F571E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6748E-C70A-64CE-BE6A-0559E6DBC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36B3-068B-F545-8B71-C43AB1745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1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D29F-F8E7-D57A-D072-33716BAB6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E90C3-4AFC-330C-D7C6-189E8B183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3F3A4-B1FC-407D-F915-7DA95C1C9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BE9B7-9BE4-4DFF-F090-358378B55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6593-1088-3C48-9999-B7F086DD0899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1B5BE-C5C5-F61A-12A1-569ED35E2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BDE03-A9B4-20AC-D965-1BAECD70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36B3-068B-F545-8B71-C43AB1745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78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8E991-B07D-E5B3-23C4-3D64B1414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943EBD-6AD0-33E3-20B3-7E5CF3AF7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1FB60-85C7-83D1-0D30-BF5ED61FB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4167F-23D7-05FB-4A6C-FB9CD8C98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6593-1088-3C48-9999-B7F086DD0899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DAA7D-827A-17CC-1253-BD97E08C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2208D-AAF2-7EAC-5119-CC696BEE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36B3-068B-F545-8B71-C43AB1745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78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9B7D-AF42-4C90-1A6B-32B3867D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7DFA29-0F10-5015-2675-41A860073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5580E-5600-55E8-B165-3C649E741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6593-1088-3C48-9999-B7F086DD0899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414AF-44BD-AB38-1FDC-FD35AC789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19E92-A3C4-E429-657D-4AFB832B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36B3-068B-F545-8B71-C43AB1745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8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4FE87F-7036-ACFA-80E8-57968E36D8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0C8BF-8E58-7B8D-108B-40BADA1F5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30E28-16B3-355A-4B1D-1CF48C4B3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6593-1088-3C48-9999-B7F086DD0899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1E2CC-7E73-6242-5882-C5D2ABAA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C5DD9-C0B9-1EAF-5430-883215FD9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36B3-068B-F545-8B71-C43AB1745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5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EDEE1-134E-5BA4-DA4D-F9AA5E673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50CC0-E473-B23B-713E-797B6DBD0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CC867-03D1-A06C-82B6-4A9FEA8DBD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56593-1088-3C48-9999-B7F086DD0899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9DCE0-7E60-9D56-1D82-50DA596C3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38879-972D-BC21-FD3B-EC9D7E90C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C36B3-068B-F545-8B71-C43AB1745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496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0063-7790-F9A4-64F6-A233BA650B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F1F7C-DAD5-27AD-8324-9AA82C2582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230F7D-679F-D695-494F-34E1A86BD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37965"/>
          </a:xfrm>
          <a:prstGeom prst="rect">
            <a:avLst/>
          </a:prstGeom>
        </p:spPr>
      </p:pic>
      <p:pic>
        <p:nvPicPr>
          <p:cNvPr id="9" name="Audio 8">
            <a:extLst>
              <a:ext uri="{FF2B5EF4-FFF2-40B4-BE49-F238E27FC236}">
                <a16:creationId xmlns:a16="http://schemas.microsoft.com/office/drawing/2014/main" id="{48CFAB99-3284-84E8-4C1D-2E82FCA641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703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54"/>
    </mc:Choice>
    <mc:Fallback>
      <p:transition spd="slow" advTm="69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84092-5AA6-7358-D0CE-1ACE5ACD5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CDFA96-52CE-60FA-3EF2-B3FE29152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-1" y="0"/>
            <a:ext cx="12227719" cy="6858000"/>
          </a:xfrm>
        </p:spPr>
      </p:pic>
      <p:pic>
        <p:nvPicPr>
          <p:cNvPr id="11" name="Audio 10">
            <a:extLst>
              <a:ext uri="{FF2B5EF4-FFF2-40B4-BE49-F238E27FC236}">
                <a16:creationId xmlns:a16="http://schemas.microsoft.com/office/drawing/2014/main" id="{83B9B70E-877C-29F8-9497-F9C5574E6D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84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250"/>
    </mc:Choice>
    <mc:Fallback>
      <p:transition spd="slow" advTm="702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E0C1-7DCF-21DE-D5A9-5BA41AD9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47A251-8305-0ED2-5703-6BF0C298CA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-101488" y="-1"/>
            <a:ext cx="12293488" cy="6894887"/>
          </a:xfrm>
        </p:spPr>
      </p:pic>
      <p:pic>
        <p:nvPicPr>
          <p:cNvPr id="11" name="Audio 10">
            <a:extLst>
              <a:ext uri="{FF2B5EF4-FFF2-40B4-BE49-F238E27FC236}">
                <a16:creationId xmlns:a16="http://schemas.microsoft.com/office/drawing/2014/main" id="{72EB654E-F4F5-1F58-E32F-40CA601AFA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12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882"/>
    </mc:Choice>
    <mc:Fallback>
      <p:transition spd="slow" advTm="438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3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Jackson Q. Munro</dc:creator>
  <cp:lastModifiedBy>Jackson Q. Munro</cp:lastModifiedBy>
  <cp:revision>1</cp:revision>
  <dcterms:created xsi:type="dcterms:W3CDTF">2026-06-07T13:15:40Z</dcterms:created>
  <dcterms:modified xsi:type="dcterms:W3CDTF">2026-06-07T13:20:19Z</dcterms:modified>
</cp:coreProperties>
</file>